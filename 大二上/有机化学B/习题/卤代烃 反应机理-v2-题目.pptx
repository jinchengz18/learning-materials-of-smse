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661" autoAdjust="0"/>
  </p:normalViewPr>
  <p:slideViewPr>
    <p:cSldViewPr snapToGrid="0">
      <p:cViewPr>
        <p:scale>
          <a:sx n="113" d="100"/>
          <a:sy n="113" d="100"/>
        </p:scale>
        <p:origin x="-154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299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84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201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96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167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275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07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6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7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261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420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0C209-6FA9-4518-8443-DA623CEE8758}" type="datetimeFigureOut">
              <a:rPr lang="zh-CN" altLang="en-US" smtClean="0"/>
              <a:t>2016/11/30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34BFA-DC5A-489C-8701-E5B12B84B8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50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86953" y="327546"/>
            <a:ext cx="6182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为下列反应提出合理的反应机理：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052244"/>
              </p:ext>
            </p:extLst>
          </p:nvPr>
        </p:nvGraphicFramePr>
        <p:xfrm>
          <a:off x="725558" y="1204748"/>
          <a:ext cx="7505226" cy="5400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CS ChemDraw Drawing" r:id="rId3" imgW="4966432" imgH="3573668" progId="ChemDraw.Document.6.0">
                  <p:embed/>
                </p:oleObj>
              </mc:Choice>
              <mc:Fallback>
                <p:oleObj name="CS ChemDraw Drawing" r:id="rId3" imgW="4966432" imgH="3573668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5558" y="1204748"/>
                        <a:ext cx="7505226" cy="5400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509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8</Words>
  <Application>Microsoft Office PowerPoint</Application>
  <PresentationFormat>全屏显示(4:3)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Office 主题</vt:lpstr>
      <vt:lpstr>CS ChemDraw Drawing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wzc</dc:creator>
  <cp:lastModifiedBy>dell</cp:lastModifiedBy>
  <cp:revision>3</cp:revision>
  <dcterms:created xsi:type="dcterms:W3CDTF">2016-11-30T02:58:51Z</dcterms:created>
  <dcterms:modified xsi:type="dcterms:W3CDTF">2016-11-30T06:24:00Z</dcterms:modified>
</cp:coreProperties>
</file>