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29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8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20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6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6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27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7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7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26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42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50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052244"/>
              </p:ext>
            </p:extLst>
          </p:nvPr>
        </p:nvGraphicFramePr>
        <p:xfrm>
          <a:off x="725558" y="1204748"/>
          <a:ext cx="7505226" cy="540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CS ChemDraw Drawing" r:id="rId3" imgW="4966432" imgH="3573668" progId="ChemDraw.Document.6.0">
                  <p:embed/>
                </p:oleObj>
              </mc:Choice>
              <mc:Fallback>
                <p:oleObj name="CS ChemDraw Drawing" r:id="rId3" imgW="4966432" imgH="357366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558" y="1204748"/>
                        <a:ext cx="7505226" cy="540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09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662613"/>
              </p:ext>
            </p:extLst>
          </p:nvPr>
        </p:nvGraphicFramePr>
        <p:xfrm>
          <a:off x="389221" y="408036"/>
          <a:ext cx="8484895" cy="6122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CS ChemDraw Drawing" r:id="rId3" imgW="6728295" imgH="4855368" progId="ChemDraw.Document.6.0">
                  <p:embed/>
                </p:oleObj>
              </mc:Choice>
              <mc:Fallback>
                <p:oleObj name="CS ChemDraw Drawing" r:id="rId3" imgW="6728295" imgH="485536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221" y="408036"/>
                        <a:ext cx="8484895" cy="6122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346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818400"/>
              </p:ext>
            </p:extLst>
          </p:nvPr>
        </p:nvGraphicFramePr>
        <p:xfrm>
          <a:off x="435637" y="286817"/>
          <a:ext cx="8298261" cy="622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CS ChemDraw Drawing" r:id="rId3" imgW="6280176" imgH="4714839" progId="ChemDraw.Document.6.0">
                  <p:embed/>
                </p:oleObj>
              </mc:Choice>
              <mc:Fallback>
                <p:oleObj name="CS ChemDraw Drawing" r:id="rId3" imgW="6280176" imgH="4714839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637" y="286817"/>
                        <a:ext cx="8298261" cy="6229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51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8</Words>
  <Application>Microsoft Office PowerPoint</Application>
  <PresentationFormat>全屏显示(4:3)</PresentationFormat>
  <Paragraphs>1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黑体</vt:lpstr>
      <vt:lpstr>宋体</vt:lpstr>
      <vt:lpstr>Arial</vt:lpstr>
      <vt:lpstr>Calibri</vt:lpstr>
      <vt:lpstr>Calibri Light</vt:lpstr>
      <vt:lpstr>Office 主题</vt:lpstr>
      <vt:lpstr>CS ChemDraw Drawing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wzc</cp:lastModifiedBy>
  <cp:revision>4</cp:revision>
  <dcterms:created xsi:type="dcterms:W3CDTF">2016-11-30T02:58:51Z</dcterms:created>
  <dcterms:modified xsi:type="dcterms:W3CDTF">2016-11-30T13:43:28Z</dcterms:modified>
</cp:coreProperties>
</file>