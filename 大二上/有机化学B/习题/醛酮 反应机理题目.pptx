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181" autoAdjust="0"/>
  </p:normalViewPr>
  <p:slideViewPr>
    <p:cSldViewPr snapToGrid="0">
      <p:cViewPr>
        <p:scale>
          <a:sx n="113" d="100"/>
          <a:sy n="113" d="100"/>
        </p:scale>
        <p:origin x="-1548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63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43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94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34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48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57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7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997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83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66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DC9EB-FFB3-480F-ABAA-CFF88F5E29BA}" type="datetimeFigureOut">
              <a:rPr lang="zh-CN" altLang="en-US" smtClean="0"/>
              <a:t>2016/12/13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00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86953" y="327546"/>
            <a:ext cx="6182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为下列反应提出合理的反应机理：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4880"/>
              </p:ext>
            </p:extLst>
          </p:nvPr>
        </p:nvGraphicFramePr>
        <p:xfrm>
          <a:off x="1386953" y="1027635"/>
          <a:ext cx="6182436" cy="56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CS ChemDraw Drawing" r:id="rId3" imgW="3964957" imgH="3626799" progId="ChemDraw.Document.6.0">
                  <p:embed/>
                </p:oleObj>
              </mc:Choice>
              <mc:Fallback>
                <p:oleObj name="CS ChemDraw Drawing" r:id="rId3" imgW="3964957" imgH="362679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6953" y="1027635"/>
                        <a:ext cx="6182436" cy="565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602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8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Office 主题</vt:lpstr>
      <vt:lpstr>CS ChemDraw Drawing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wzc</dc:creator>
  <cp:lastModifiedBy>dell</cp:lastModifiedBy>
  <cp:revision>5</cp:revision>
  <dcterms:created xsi:type="dcterms:W3CDTF">2016-12-04T06:49:00Z</dcterms:created>
  <dcterms:modified xsi:type="dcterms:W3CDTF">2016-12-13T03:21:56Z</dcterms:modified>
</cp:coreProperties>
</file>