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38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637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1437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946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349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267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480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574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473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997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837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DC9EB-FFB3-480F-ABAA-CFF88F5E29BA}" type="datetimeFigureOut">
              <a:rPr lang="zh-CN" altLang="en-US" smtClean="0"/>
              <a:t>2016/12/16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660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DC9EB-FFB3-480F-ABAA-CFF88F5E29BA}" type="datetimeFigureOut">
              <a:rPr lang="zh-CN" altLang="en-US" smtClean="0"/>
              <a:t>2016/12/16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CBF81-8F0E-41A0-9BA3-DDBD9CF9A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006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1308902"/>
              </p:ext>
            </p:extLst>
          </p:nvPr>
        </p:nvGraphicFramePr>
        <p:xfrm>
          <a:off x="1386953" y="619933"/>
          <a:ext cx="6445250" cy="6013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CS ChemDraw Drawing" r:id="rId3" imgW="4074684" imgH="3802009" progId="ChemDraw.Document.6.0">
                  <p:embed/>
                </p:oleObj>
              </mc:Choice>
              <mc:Fallback>
                <p:oleObj name="CS ChemDraw Drawing" r:id="rId3" imgW="4074684" imgH="380200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86953" y="619933"/>
                        <a:ext cx="6445250" cy="60133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386953" y="327546"/>
            <a:ext cx="61824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为下列反应提出合理的反应机理：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6029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7556973"/>
              </p:ext>
            </p:extLst>
          </p:nvPr>
        </p:nvGraphicFramePr>
        <p:xfrm>
          <a:off x="361238" y="350696"/>
          <a:ext cx="8318611" cy="6091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CS ChemDraw Drawing" r:id="rId3" imgW="7031316" imgH="5147551" progId="ChemDraw.Document.6.0">
                  <p:embed/>
                </p:oleObj>
              </mc:Choice>
              <mc:Fallback>
                <p:oleObj name="CS ChemDraw Drawing" r:id="rId3" imgW="7031316" imgH="5147551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1238" y="350696"/>
                        <a:ext cx="8318611" cy="60910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34010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2485297"/>
              </p:ext>
            </p:extLst>
          </p:nvPr>
        </p:nvGraphicFramePr>
        <p:xfrm>
          <a:off x="424928" y="273311"/>
          <a:ext cx="7804672" cy="6465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CS ChemDraw Drawing" r:id="rId3" imgW="5808873" imgH="4810976" progId="ChemDraw.Document.6.0">
                  <p:embed/>
                </p:oleObj>
              </mc:Choice>
              <mc:Fallback>
                <p:oleObj name="CS ChemDraw Drawing" r:id="rId3" imgW="5808873" imgH="4810976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4928" y="273311"/>
                        <a:ext cx="7804672" cy="64651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293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6167254"/>
              </p:ext>
            </p:extLst>
          </p:nvPr>
        </p:nvGraphicFramePr>
        <p:xfrm>
          <a:off x="314776" y="482104"/>
          <a:ext cx="8552319" cy="361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CS ChemDraw Drawing" r:id="rId3" imgW="7750334" imgH="3272889" progId="ChemDraw.Document.6.0">
                  <p:embed/>
                </p:oleObj>
              </mc:Choice>
              <mc:Fallback>
                <p:oleObj name="CS ChemDraw Drawing" r:id="rId3" imgW="7750334" imgH="327288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4776" y="482104"/>
                        <a:ext cx="8552319" cy="3612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8755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</TotalTime>
  <Words>8</Words>
  <Application>Microsoft Office PowerPoint</Application>
  <PresentationFormat>全屏显示(4:3)</PresentationFormat>
  <Paragraphs>1</Paragraphs>
  <Slides>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黑体</vt:lpstr>
      <vt:lpstr>宋体</vt:lpstr>
      <vt:lpstr>Arial</vt:lpstr>
      <vt:lpstr>Calibri</vt:lpstr>
      <vt:lpstr>Calibri Light</vt:lpstr>
      <vt:lpstr>Office 主题</vt:lpstr>
      <vt:lpstr>CS ChemDraw Drawing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wzc</dc:creator>
  <cp:lastModifiedBy>Windows 用户</cp:lastModifiedBy>
  <cp:revision>6</cp:revision>
  <dcterms:created xsi:type="dcterms:W3CDTF">2016-12-04T06:49:00Z</dcterms:created>
  <dcterms:modified xsi:type="dcterms:W3CDTF">2016-12-16T11:14:34Z</dcterms:modified>
</cp:coreProperties>
</file>