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13" d="100"/>
          <a:sy n="113" d="100"/>
        </p:scale>
        <p:origin x="-154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6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3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94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34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8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7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99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83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DC9EB-FFB3-480F-ABAA-CFF88F5E29BA}" type="datetimeFigureOut">
              <a:rPr lang="zh-CN" altLang="en-US" smtClean="0"/>
              <a:t>2019/6/14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0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86953" y="327546"/>
            <a:ext cx="618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为下列反应提出合理的反应机理：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4880"/>
              </p:ext>
            </p:extLst>
          </p:nvPr>
        </p:nvGraphicFramePr>
        <p:xfrm>
          <a:off x="1386953" y="1027635"/>
          <a:ext cx="6182436" cy="56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CS ChemDraw Drawing" r:id="rId3" imgW="3964957" imgH="3626799" progId="ChemDraw.Document.6.0">
                  <p:embed/>
                </p:oleObj>
              </mc:Choice>
              <mc:Fallback>
                <p:oleObj name="CS ChemDraw Drawing" r:id="rId3" imgW="3964957" imgH="362679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6953" y="1027635"/>
                        <a:ext cx="6182436" cy="56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02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155920"/>
              </p:ext>
            </p:extLst>
          </p:nvPr>
        </p:nvGraphicFramePr>
        <p:xfrm>
          <a:off x="283632" y="246062"/>
          <a:ext cx="8689881" cy="6112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CS ChemDraw Drawing" r:id="rId3" imgW="7391107" imgH="5199390" progId="ChemDraw.Document.6.0">
                  <p:embed/>
                </p:oleObj>
              </mc:Choice>
              <mc:Fallback>
                <p:oleObj name="CS ChemDraw Drawing" r:id="rId3" imgW="7391107" imgH="51993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632" y="246062"/>
                        <a:ext cx="8689881" cy="6112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401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385705"/>
              </p:ext>
            </p:extLst>
          </p:nvPr>
        </p:nvGraphicFramePr>
        <p:xfrm>
          <a:off x="441325" y="334963"/>
          <a:ext cx="8421688" cy="631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CS ChemDraw Drawing" r:id="rId3" imgW="7884910" imgH="5908140" progId="ChemDraw.Document.6.0">
                  <p:embed/>
                </p:oleObj>
              </mc:Choice>
              <mc:Fallback>
                <p:oleObj name="CS ChemDraw Drawing" r:id="rId3" imgW="7884910" imgH="590814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325" y="334963"/>
                        <a:ext cx="8421688" cy="6310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640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978347"/>
              </p:ext>
            </p:extLst>
          </p:nvPr>
        </p:nvGraphicFramePr>
        <p:xfrm>
          <a:off x="378251" y="248858"/>
          <a:ext cx="6677641" cy="5503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CS ChemDraw Drawing" r:id="rId3" imgW="5929640" imgH="4885784" progId="ChemDraw.Document.6.0">
                  <p:embed/>
                </p:oleObj>
              </mc:Choice>
              <mc:Fallback>
                <p:oleObj name="CS ChemDraw Drawing" r:id="rId3" imgW="5929640" imgH="488578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8251" y="248858"/>
                        <a:ext cx="6677641" cy="5503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293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8</Words>
  <Application>Microsoft Office PowerPoint</Application>
  <PresentationFormat>全屏显示(4:3)</PresentationFormat>
  <Paragraphs>1</Paragraphs>
  <Slides>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Office 主题</vt:lpstr>
      <vt:lpstr>CS ChemDraw Drawing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wzc</dc:creator>
  <cp:lastModifiedBy>dell</cp:lastModifiedBy>
  <cp:revision>7</cp:revision>
  <dcterms:created xsi:type="dcterms:W3CDTF">2016-12-04T06:49:00Z</dcterms:created>
  <dcterms:modified xsi:type="dcterms:W3CDTF">2019-06-14T00:09:55Z</dcterms:modified>
</cp:coreProperties>
</file>