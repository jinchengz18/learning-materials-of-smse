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2946" y="-9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637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43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946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349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267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480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574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47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997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837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660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DC9EB-FFB3-480F-ABAA-CFF88F5E29BA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006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498126"/>
              </p:ext>
            </p:extLst>
          </p:nvPr>
        </p:nvGraphicFramePr>
        <p:xfrm>
          <a:off x="1129846" y="1204685"/>
          <a:ext cx="5811042" cy="5312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CS ChemDraw Drawing" r:id="rId3" imgW="3777826" imgH="3454314" progId="ChemDraw.Document.6.0">
                  <p:embed/>
                </p:oleObj>
              </mc:Choice>
              <mc:Fallback>
                <p:oleObj name="CS ChemDraw Drawing" r:id="rId3" imgW="3777826" imgH="345431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9846" y="1204685"/>
                        <a:ext cx="5811042" cy="53129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386953" y="327546"/>
            <a:ext cx="6182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为下列反应提出合理的反应机理：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602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8</Words>
  <Application>Microsoft Office PowerPoint</Application>
  <PresentationFormat>全屏显示(4:3)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Office 主题</vt:lpstr>
      <vt:lpstr>CS ChemDraw Drawing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wzc</dc:creator>
  <cp:lastModifiedBy>dell</cp:lastModifiedBy>
  <cp:revision>3</cp:revision>
  <dcterms:created xsi:type="dcterms:W3CDTF">2016-12-04T06:49:00Z</dcterms:created>
  <dcterms:modified xsi:type="dcterms:W3CDTF">2016-12-05T02:01:58Z</dcterms:modified>
</cp:coreProperties>
</file>